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6" r:id="rId4"/>
    <p:sldId id="258" r:id="rId5"/>
    <p:sldId id="259" r:id="rId6"/>
    <p:sldId id="260" r:id="rId7"/>
    <p:sldId id="264" r:id="rId8"/>
    <p:sldId id="265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2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c161430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c161430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c161430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c161430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c161430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2c161430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5523acd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5523acd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e462d57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e462d57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203199"/>
            <a:ext cx="8520600" cy="11608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20000"/>
              </a:lnSpc>
              <a:buSzPts val="1100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 приложения для LARP-игры на основе платформы ESP32 с использованием RFID</a:t>
            </a:r>
            <a:endParaRPr sz="28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735200" y="2197102"/>
            <a:ext cx="4408800" cy="27431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5461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Выполнил</a:t>
            </a:r>
            <a:r>
              <a:rPr lang="ru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студент 4 курса </a:t>
            </a: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09.03.01 Информатика и вычислительная техника, Технологии разработки программного  обеспечения</a:t>
            </a:r>
            <a:endParaRPr lang="ru"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Ткаченко Артём Сергеевич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Руководитель</a:t>
            </a:r>
            <a:r>
              <a:rPr lang="ru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l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Канд. физ.-мат. наук, доцент каф. </a:t>
            </a:r>
            <a:r>
              <a:rPr lang="ru-RU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ИТиЭО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Жуков Николай Николаевич</a:t>
            </a:r>
          </a:p>
          <a:p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Актуальность</a:t>
            </a:r>
            <a:endParaRPr sz="3000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27400"/>
            <a:ext cx="8520600" cy="25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Рост сложности и масштаба современных LARP делает ручное игротехническое обеспечение неэффективным. Автоматизация ключевых механик с помощью доступных аппаратных решений (ESP32 + RFID) — это востребованный и практически значимый шаг для развития индустрии ролевых игр живого действия.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24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Предмет</a:t>
            </a:r>
            <a:endParaRPr sz="3000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27400"/>
            <a:ext cx="8520600" cy="25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автоматизированная система управления игровыми механиками LARP на основе ESP32 и RFID, направленная на снижение нагрузки на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игромастера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повышение иммерсии.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24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242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5076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реализовать программно-аппаратный комплекс (прототип), который позволит автоматизировать ключевые игровые механики в ролевых играх живого действия (LARP), существенно снижая нагрузку на игротехников и сохраняя высокую иммерсию.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624AEC-7078-CEE7-916B-E3C0E1D58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1775" y="1048902"/>
            <a:ext cx="871527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особенности выбранной РИЖД, выявить ключевые игровые механики и процессы, подходящие для технической автоматизации.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функциональные и технические требования, а также архитектуру программно-аппаратного комплекса на базе ESP32 и RFID.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аппаратную часть прототипа, включая схемотехнические решения и подключение RFID-модулей к ESP32.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программное обеспечение прототипа: прошивку микроконтроллера и вспомогательное приложение.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Инструменты и технологии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335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>
              <a:buClr>
                <a:srgbClr val="000000"/>
              </a:buClr>
              <a:buSzPts val="2200"/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Комбинация ESP32 + RFID признана оптимальной для автоматизации LARP-механик (ресурсы, крафт, статусы и т.д.) благодаря балансу цены, надёжности и минимальному влиянию на атмосферу игры.</a:t>
            </a:r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endParaRPr sz="22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Результат</a:t>
            </a:r>
            <a:endParaRPr dirty="0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Тут может быть скрин главной страницы вашего продукта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136FC6-BB0A-B1E4-B443-B23BA84E3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989" y="1947946"/>
            <a:ext cx="5342021" cy="26209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355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 sz="3000">
                <a:solidFill>
                  <a:srgbClr val="000000"/>
                </a:solidFill>
              </a:rPr>
              <a:t>Демонстрация работы продукта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259</Words>
  <Application>Microsoft Office PowerPoint</Application>
  <PresentationFormat>Экран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Simple Light</vt:lpstr>
      <vt:lpstr>Прототип приложения для LARP-игры на основе платформы ESP32 с использованием RFID</vt:lpstr>
      <vt:lpstr>Актуальность</vt:lpstr>
      <vt:lpstr>Предмет</vt:lpstr>
      <vt:lpstr>Цель</vt:lpstr>
      <vt:lpstr>Задачи</vt:lpstr>
      <vt:lpstr>Инструменты и технологии</vt:lpstr>
      <vt:lpstr>Результат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ВКР</dc:title>
  <dc:creator>Светлана Гончарова</dc:creator>
  <cp:lastModifiedBy>Noize Noize</cp:lastModifiedBy>
  <cp:revision>3</cp:revision>
  <dcterms:modified xsi:type="dcterms:W3CDTF">2026-05-25T22:16:43Z</dcterms:modified>
</cp:coreProperties>
</file>